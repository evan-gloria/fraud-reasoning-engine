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1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73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2493E-EE9E-AD47-1E54-877771379B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16DAE5-0E8C-DF5B-D1FD-193E52A81A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1F3C9-6814-2425-2190-ABFE70960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E00954-D81D-1DC0-EB8B-A77F79BF8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FA24F-40C5-4654-E673-5F5204BBE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072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18836-30FD-45A9-E637-0296F06C9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9CB21-2744-94CB-CA75-385B4443D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8337E-303C-7459-6776-43CACEF4A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905C3-802E-3F8A-6DC8-B9797DBBA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CFB94-B523-B43D-E014-122B25AC9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79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86679-8E68-0E4D-AECA-D9EF15C6A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DF98C6-A47D-6E78-97B4-820638D4E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75ACB-FBE6-2993-9574-D6E3EFE93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1173B-DFC9-AC9D-098E-F5609F576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40B7D-5401-6E70-6704-0F890DCA0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62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78B93-49E7-47C0-10A6-926EBE258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B125A-DD6D-02F5-B302-D0B09C362A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3C8886-3305-8A6C-59CF-0378E5A2B2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2D9C5A-C96A-5281-7C2D-AE2602CD3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29A02E-0EC2-3DA0-A559-74FCF1EF9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79D9EC-7A6F-9477-B011-6CD9C0C6E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349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74F10-403D-DDD5-286F-C18541074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5D436C-2890-3AA0-3AA7-01EBBCF24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598E75-D25E-8B73-65E9-07A2EA933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A4DBBB-77DB-029C-9D5A-E5FBEC9C58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63D158-810C-84C8-F407-EE82B2F3B4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72A34F-3805-BF9D-B613-03D169DE6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333085-4AD9-B27E-8E07-61FBD95C3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5CA068-1D98-3D2D-BF59-884C6DEFD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266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06E5A-3D9A-B59D-D142-C2625F33F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D4CBF1-1D59-5FDE-A0AC-2516B11CD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9AD751-C4A4-C24C-661C-81B22003E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099D46-10E5-5C3B-1593-B83C9EDA0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949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D70E92-60F1-3393-7908-DF37B83A8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2EDC06-2F7F-AC83-4D13-8C62543EE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99C0CA-54DD-7657-4521-909AC7402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114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38715-54E5-DD1A-04F6-8AF7AF02D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222A3-687A-8C81-3BA5-5014C31BC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7B7E35-A690-CFFA-D2D6-AEC57933DE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137369-A5A6-357C-27D1-A2E922027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9BD7FE-BFF1-B160-811A-CBF5C6644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916DA5-B947-ABD0-3594-A7D4976A8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302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DFAD7-9888-E74F-FFCC-CA0E34931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3E8178-604B-16CE-405A-C6C266731B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05B204-A057-66E4-AD6C-54DF17D18A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C337F8-682E-F3C0-1E38-0439134B5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101664-39E1-1EB6-4703-621BD0F4D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F354B9-A9BA-8EEC-90F5-38D711EA9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704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329A4-E797-F347-20BC-6E25CD8FA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BF3F49-094E-298D-9A0D-95A0226CD8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D32885-3132-1C4E-CA57-D5AA3BD5F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82DB2-9C06-1583-384A-91778F801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0F5FC9-8FDA-9206-7886-B16BF17EB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765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DEC866-B3AF-5CE6-F425-1A240B5C2C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228E39-3086-D2DC-1571-E52DC8DFF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A4246-BBDF-E007-94EA-AB12BF706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0DC87-D90E-F74A-C98A-3660C54A9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45592-412A-C4E6-01D7-3E3ADE7B9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341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CC6F24-D071-16FB-F84E-0843FB05B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69C896-2368-281A-3B8C-5D7E1A5CF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9D2E7C-0F1D-CE6B-F37C-2FFDCA29DD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E2D3B-4E00-CD19-C362-D4B744518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95707-472A-BE33-EC23-A5C627FB0B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035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  <p:sldLayoutId id="2147483807" r:id="rId6"/>
    <p:sldLayoutId id="2147483808" r:id="rId7"/>
    <p:sldLayoutId id="2147483809" r:id="rId8"/>
    <p:sldLayoutId id="2147483810" r:id="rId9"/>
    <p:sldLayoutId id="2147483811" r:id="rId10"/>
    <p:sldLayoutId id="2147483812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Fraud Transaction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t>Analysis of Credit Card Fraud in the Last 14 Days</a:t>
            </a:r>
          </a:p>
          <a:p>
            <a:r>
              <a:t>Generated by Fraud Reasoning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914400"/>
          </a:xfrm>
        </p:spPr>
        <p:txBody>
          <a:bodyPr>
            <a:normAutofit/>
          </a:bodyPr>
          <a:lstStyle/>
          <a:p>
            <a:r>
              <a:t>Summary of Fraud and Non-Fraud Transactions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4572000" cy="5029200"/>
          </a:xfrm>
        </p:spPr>
        <p:txBody>
          <a:bodyPr wrap="square"/>
          <a:lstStyle/>
          <a:p>
            <a:pPr>
              <a:defRPr sz="1800"/>
            </a:pPr>
            <a:r>
              <a:t>Out of 1040 transactions in the last 14 days, 1000 were legitimate.</a:t>
            </a:r>
          </a:p>
          <a:p>
            <a:pPr>
              <a:defRPr sz="1800"/>
            </a:pPr>
            <a:r>
              <a:t>A total of 40 transactions were identified as fraudulent.</a:t>
            </a:r>
          </a:p>
        </p:txBody>
      </p:sp>
      <p:pic>
        <p:nvPicPr>
          <p:cNvPr id="4" name="Picture 3" descr="chart_de41af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474720" cy="27797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914400"/>
          </a:xfrm>
        </p:spPr>
        <p:txBody>
          <a:bodyPr/>
          <a:lstStyle/>
          <a:p>
            <a:r>
              <a:t>Fraud Transactions Per Currency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4572000" cy="5029200"/>
          </a:xfrm>
        </p:spPr>
        <p:txBody>
          <a:bodyPr wrap="square"/>
          <a:lstStyle/>
          <a:p>
            <a:pPr>
              <a:defRPr sz="1800"/>
            </a:pPr>
            <a:r>
              <a:t>The Australian Dollar (AUD) recorded the highest number of fraud transactions with 16 instances.</a:t>
            </a:r>
          </a:p>
          <a:p>
            <a:pPr>
              <a:defRPr sz="1800"/>
            </a:pPr>
            <a:r>
              <a:t>The US Dollar (USD) followed with 10 fraud transactions.</a:t>
            </a:r>
          </a:p>
          <a:p>
            <a:pPr>
              <a:defRPr sz="1800"/>
            </a:pPr>
            <a:r>
              <a:t>Other currencies like EUR, GBP, JPY, and SGD showed fewer fraud cases.</a:t>
            </a:r>
          </a:p>
        </p:txBody>
      </p:sp>
      <p:pic>
        <p:nvPicPr>
          <p:cNvPr id="4" name="Picture 3" descr="chart_0bf32b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474720" cy="2026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914400"/>
          </a:xfrm>
        </p:spPr>
        <p:txBody>
          <a:bodyPr>
            <a:normAutofit/>
          </a:bodyPr>
          <a:lstStyle/>
          <a:p>
            <a:r>
              <a:t>Daily and Cumulative Fraud Transactions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4572000" cy="5029200"/>
          </a:xfrm>
        </p:spPr>
        <p:txBody>
          <a:bodyPr wrap="square"/>
          <a:lstStyle/>
          <a:p>
            <a:pPr>
              <a:defRPr sz="1800"/>
            </a:pPr>
            <a:r>
              <a:t>Daily fraud transactions fluctuated, with peaks of 6 cases on 2026-03-31, 2026-04-01, and 2026-04-06.</a:t>
            </a:r>
          </a:p>
          <a:p>
            <a:pPr>
              <a:defRPr sz="1800"/>
            </a:pPr>
            <a:r>
              <a:t>The cumulative number of fraud transactions reached 40 by 2026-04-12.</a:t>
            </a:r>
          </a:p>
        </p:txBody>
      </p:sp>
      <p:pic>
        <p:nvPicPr>
          <p:cNvPr id="4" name="Picture 3" descr="chart_2d7ace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3474720" cy="2026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914400"/>
          </a:xfrm>
        </p:spPr>
        <p:txBody>
          <a:bodyPr>
            <a:normAutofit/>
          </a:bodyPr>
          <a:lstStyle/>
          <a:p>
            <a:r>
              <a:t>Descriptive Statistics: Daily Fraud Transactions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0160"/>
            <a:ext cx="4572000" cy="5029200"/>
          </a:xfrm>
        </p:spPr>
        <p:txBody>
          <a:bodyPr wrap="square">
            <a:normAutofit/>
          </a:bodyPr>
          <a:lstStyle/>
          <a:p>
            <a:pPr>
              <a:defRPr sz="1800"/>
            </a:pPr>
            <a:r>
              <a:t>**Average (Mean):** 3.08 fraud transactions per day.</a:t>
            </a:r>
          </a:p>
          <a:p>
            <a:pPr>
              <a:defRPr sz="1800"/>
            </a:pPr>
            <a:r>
              <a:t>**Median:** 3.0 fraud transactions per day.</a:t>
            </a:r>
          </a:p>
          <a:p>
            <a:pPr>
              <a:defRPr sz="1800"/>
            </a:pPr>
            <a:r>
              <a:t>**Standard Deviation:** 1.85, indicating moderate spread in daily fraud counts.</a:t>
            </a:r>
          </a:p>
          <a:p>
            <a:pPr>
              <a:defRPr sz="1800"/>
            </a:pPr>
            <a:r>
              <a:t>**Variance:** 3.41.</a:t>
            </a:r>
          </a:p>
          <a:p>
            <a:pPr>
              <a:defRPr sz="1800"/>
            </a:pPr>
            <a:r>
              <a:t>**1st Quartile (Q1):** 2.0, meaning 25% of days had 2 or fewer fraud transactions.</a:t>
            </a:r>
          </a:p>
          <a:p>
            <a:pPr>
              <a:defRPr sz="1800"/>
            </a:pPr>
            <a:r>
              <a:t>**3rd Quartile (Q3):** 6.0, meaning 75% of days had 6 or fewer fraud transactions.</a:t>
            </a:r>
          </a:p>
          <a:p>
            <a:pPr>
              <a:defRPr sz="1800"/>
            </a:pPr>
            <a:r>
              <a:t>**Minimum:** 1 fraud transaction on a single day.</a:t>
            </a:r>
          </a:p>
          <a:p>
            <a:pPr>
              <a:defRPr sz="1800"/>
            </a:pPr>
            <a:r>
              <a:t>**Maximum:** 6 fraud transactions on a single 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621</TotalTime>
  <Words>238</Words>
  <Application>Microsoft Macintosh PowerPoint</Application>
  <PresentationFormat>On-screen Show (4:3)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Fraud Transaction Overview</vt:lpstr>
      <vt:lpstr>Summary of Fraud and Non-Fraud Transactions</vt:lpstr>
      <vt:lpstr>Fraud Transactions Per Currency</vt:lpstr>
      <vt:lpstr>Daily and Cumulative Fraud Transactions</vt:lpstr>
      <vt:lpstr>Descriptive Statistics: Daily Fraud Transactions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Evan Frederic Gloria</cp:lastModifiedBy>
  <cp:revision>3</cp:revision>
  <dcterms:created xsi:type="dcterms:W3CDTF">2013-01-27T09:14:16Z</dcterms:created>
  <dcterms:modified xsi:type="dcterms:W3CDTF">2026-04-20T13:40:23Z</dcterms:modified>
  <cp:category/>
</cp:coreProperties>
</file>